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92" r:id="rId5"/>
    <p:sldMasterId id="2147483708" r:id="rId6"/>
    <p:sldMasterId id="2147483721" r:id="rId7"/>
    <p:sldMasterId id="2147483735" r:id="rId8"/>
    <p:sldMasterId id="2147483748" r:id="rId9"/>
  </p:sldMasterIdLst>
  <p:notesMasterIdLst>
    <p:notesMasterId r:id="rId12"/>
  </p:notesMasterIdLst>
  <p:handoutMasterIdLst>
    <p:handoutMasterId r:id="rId13"/>
  </p:handoutMasterIdLst>
  <p:sldIdLst>
    <p:sldId id="1135" r:id="rId10"/>
    <p:sldId id="1136" r:id="rId11"/>
  </p:sldIdLst>
  <p:sldSz cx="12192000" cy="6858000"/>
  <p:notesSz cx="6797675" cy="9926638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53643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107286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60929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214573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682164" algn="l" defTabSz="536433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3218597" algn="l" defTabSz="536433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755029" algn="l" defTabSz="536433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4291462" algn="l" defTabSz="536433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1A1D2EBD-9B6C-4331-915D-B4BF0ACD1A28}">
          <p14:sldIdLst>
            <p14:sldId id="1135"/>
            <p14:sldId id="113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8" userDrawn="1">
          <p15:clr>
            <a:srgbClr val="A4A3A4"/>
          </p15:clr>
        </p15:guide>
        <p15:guide id="2" pos="214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Анастасия Спицына " initials="АС" lastIdx="5" clrIdx="0">
    <p:extLst>
      <p:ext uri="{19B8F6BF-5375-455C-9EA6-DF929625EA0E}">
        <p15:presenceInfo xmlns:p15="http://schemas.microsoft.com/office/powerpoint/2012/main" userId="Анастасия Спицына " providerId="None"/>
      </p:ext>
    </p:extLst>
  </p:cmAuthor>
  <p:cmAuthor id="2" name="Сабанов Георгий" initials="СГ" lastIdx="0" clrIdx="1">
    <p:extLst>
      <p:ext uri="{19B8F6BF-5375-455C-9EA6-DF929625EA0E}">
        <p15:presenceInfo xmlns:p15="http://schemas.microsoft.com/office/powerpoint/2012/main" userId="Сабанов Георгий" providerId="None"/>
      </p:ext>
    </p:extLst>
  </p:cmAuthor>
  <p:cmAuthor id="3" name="Томилко Владимир" initials="ТВ" lastIdx="0" clrIdx="2">
    <p:extLst>
      <p:ext uri="{19B8F6BF-5375-455C-9EA6-DF929625EA0E}">
        <p15:presenceInfo xmlns:p15="http://schemas.microsoft.com/office/powerpoint/2012/main" userId="Томилко Владими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DCD"/>
    <a:srgbClr val="ED7D31"/>
    <a:srgbClr val="E60000"/>
    <a:srgbClr val="6EA92D"/>
    <a:srgbClr val="5B9BD5"/>
    <a:srgbClr val="FDBFC9"/>
    <a:srgbClr val="FFC2BD"/>
    <a:srgbClr val="FFC5C6"/>
    <a:srgbClr val="DBDBDB"/>
    <a:srgbClr val="8FAA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Светлый стиль 1 -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-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Темный стиль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3372" autoAdjust="0"/>
  </p:normalViewPr>
  <p:slideViewPr>
    <p:cSldViewPr snapToGrid="0" snapToObjects="1">
      <p:cViewPr varScale="1">
        <p:scale>
          <a:sx n="99" d="100"/>
          <a:sy n="99" d="100"/>
        </p:scale>
        <p:origin x="978" y="72"/>
      </p:cViewPr>
      <p:guideLst/>
    </p:cSldViewPr>
  </p:slideViewPr>
  <p:outlineViewPr>
    <p:cViewPr>
      <p:scale>
        <a:sx n="33" d="100"/>
        <a:sy n="33" d="100"/>
      </p:scale>
      <p:origin x="3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5" d="100"/>
          <a:sy n="65" d="100"/>
        </p:scale>
        <p:origin x="-2874" y="-108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1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" y="2"/>
            <a:ext cx="2945659" cy="496331"/>
          </a:xfrm>
          <a:prstGeom prst="rect">
            <a:avLst/>
          </a:prstGeom>
        </p:spPr>
        <p:txBody>
          <a:bodyPr vert="horz" lIns="91263" tIns="45630" rIns="91263" bIns="4563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6" y="2"/>
            <a:ext cx="2945659" cy="496331"/>
          </a:xfrm>
          <a:prstGeom prst="rect">
            <a:avLst/>
          </a:prstGeom>
        </p:spPr>
        <p:txBody>
          <a:bodyPr vert="horz" lIns="91263" tIns="45630" rIns="91263" bIns="4563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9F6856B-CBA4-9746-9C90-D460E4A7AC9A}" type="datetimeFigureOut">
              <a:rPr lang="en-US"/>
              <a:pPr>
                <a:defRPr/>
              </a:pPr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5" y="9428585"/>
            <a:ext cx="2945659" cy="496331"/>
          </a:xfrm>
          <a:prstGeom prst="rect">
            <a:avLst/>
          </a:prstGeom>
        </p:spPr>
        <p:txBody>
          <a:bodyPr vert="horz" lIns="91263" tIns="45630" rIns="91263" bIns="4563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6" y="9428585"/>
            <a:ext cx="2945659" cy="496331"/>
          </a:xfrm>
          <a:prstGeom prst="rect">
            <a:avLst/>
          </a:prstGeom>
        </p:spPr>
        <p:txBody>
          <a:bodyPr vert="horz" lIns="91263" tIns="45630" rIns="91263" bIns="4563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7E189ECA-A148-EA49-BE6C-6DD715B7DB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232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" y="2"/>
            <a:ext cx="2945659" cy="496331"/>
          </a:xfrm>
          <a:prstGeom prst="rect">
            <a:avLst/>
          </a:prstGeom>
        </p:spPr>
        <p:txBody>
          <a:bodyPr vert="horz" lIns="91263" tIns="45630" rIns="91263" bIns="4563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6" y="2"/>
            <a:ext cx="2945659" cy="496331"/>
          </a:xfrm>
          <a:prstGeom prst="rect">
            <a:avLst/>
          </a:prstGeom>
        </p:spPr>
        <p:txBody>
          <a:bodyPr vert="horz" lIns="91263" tIns="45630" rIns="91263" bIns="4563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349D2BC-9CAA-A147-A941-C6196CC45FA6}" type="datetimeFigureOut">
              <a:rPr lang="en-US"/>
              <a:pPr>
                <a:defRPr/>
              </a:pPr>
              <a:t>7/24/2026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63" tIns="45630" rIns="91263" bIns="4563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9" y="4715156"/>
            <a:ext cx="5438140" cy="4466986"/>
          </a:xfrm>
          <a:prstGeom prst="rect">
            <a:avLst/>
          </a:prstGeom>
        </p:spPr>
        <p:txBody>
          <a:bodyPr vert="horz" lIns="91263" tIns="45630" rIns="91263" bIns="45630" rtlCol="0"/>
          <a:lstStyle/>
          <a:p>
            <a:pPr lvl="0"/>
            <a:r>
              <a:rPr lang="ru-RU" noProof="0"/>
              <a:t>Click to edit Master text styles</a:t>
            </a:r>
          </a:p>
          <a:p>
            <a:pPr lvl="1"/>
            <a:r>
              <a:rPr lang="ru-RU" noProof="0"/>
              <a:t>Second level</a:t>
            </a:r>
          </a:p>
          <a:p>
            <a:pPr lvl="2"/>
            <a:r>
              <a:rPr lang="ru-RU" noProof="0"/>
              <a:t>Third level</a:t>
            </a:r>
          </a:p>
          <a:p>
            <a:pPr lvl="3"/>
            <a:r>
              <a:rPr lang="ru-RU" noProof="0"/>
              <a:t>Fourth level</a:t>
            </a:r>
          </a:p>
          <a:p>
            <a:pPr lvl="4"/>
            <a:r>
              <a:rPr lang="ru-RU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5" y="9428585"/>
            <a:ext cx="2945659" cy="496331"/>
          </a:xfrm>
          <a:prstGeom prst="rect">
            <a:avLst/>
          </a:prstGeom>
        </p:spPr>
        <p:txBody>
          <a:bodyPr vert="horz" lIns="91263" tIns="45630" rIns="91263" bIns="4563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6" y="9428585"/>
            <a:ext cx="2945659" cy="496331"/>
          </a:xfrm>
          <a:prstGeom prst="rect">
            <a:avLst/>
          </a:prstGeom>
        </p:spPr>
        <p:txBody>
          <a:bodyPr vert="horz" lIns="91263" tIns="45630" rIns="91263" bIns="4563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FD4FA6F-BA84-014C-A6B3-D576A79A44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114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536433" rtl="0" fontAlgn="base">
      <a:spcBef>
        <a:spcPct val="30000"/>
      </a:spcBef>
      <a:spcAft>
        <a:spcPct val="0"/>
      </a:spcAft>
      <a:defRPr sz="1408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536433" algn="l" defTabSz="536433" rtl="0" fontAlgn="base">
      <a:spcBef>
        <a:spcPct val="30000"/>
      </a:spcBef>
      <a:spcAft>
        <a:spcPct val="0"/>
      </a:spcAft>
      <a:defRPr sz="1408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1072866" algn="l" defTabSz="536433" rtl="0" fontAlgn="base">
      <a:spcBef>
        <a:spcPct val="30000"/>
      </a:spcBef>
      <a:spcAft>
        <a:spcPct val="0"/>
      </a:spcAft>
      <a:defRPr sz="1408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609298" algn="l" defTabSz="536433" rtl="0" fontAlgn="base">
      <a:spcBef>
        <a:spcPct val="30000"/>
      </a:spcBef>
      <a:spcAft>
        <a:spcPct val="0"/>
      </a:spcAft>
      <a:defRPr sz="1408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2145731" algn="l" defTabSz="536433" rtl="0" fontAlgn="base">
      <a:spcBef>
        <a:spcPct val="30000"/>
      </a:spcBef>
      <a:spcAft>
        <a:spcPct val="0"/>
      </a:spcAft>
      <a:defRPr sz="1408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682164" algn="l" defTabSz="536433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6pPr>
    <a:lvl7pPr marL="3218597" algn="l" defTabSz="536433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7pPr>
    <a:lvl8pPr marL="3755029" algn="l" defTabSz="536433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8pPr>
    <a:lvl9pPr marL="4291462" algn="l" defTabSz="536433" rtl="0" eaLnBrk="1" latinLnBrk="0" hangingPunct="1">
      <a:defRPr sz="14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 презентации">
    <p:bg>
      <p:bgPr>
        <a:solidFill>
          <a:srgbClr val="EBE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Изображение 3">
            <a:extLst>
              <a:ext uri="{FF2B5EF4-FFF2-40B4-BE49-F238E27FC236}">
                <a16:creationId xmlns:a16="http://schemas.microsoft.com/office/drawing/2014/main" id="{2E1A2C7C-8CE3-BA45-9523-12216618B5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0055"/>
            <a:ext cx="12244812" cy="688805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8974" y="4653186"/>
            <a:ext cx="9373227" cy="1019103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2954">
                <a:solidFill>
                  <a:schemeClr val="bg2"/>
                </a:solidFill>
              </a:defRPr>
            </a:lvl1pPr>
            <a:lvl2pPr marL="562722" indent="0" algn="ctr">
              <a:buNone/>
              <a:defRPr sz="2462"/>
            </a:lvl2pPr>
            <a:lvl3pPr marL="1125444" indent="0" algn="ctr">
              <a:buNone/>
              <a:defRPr sz="2215"/>
            </a:lvl3pPr>
            <a:lvl4pPr marL="1688165" indent="0" algn="ctr">
              <a:buNone/>
              <a:defRPr sz="1969"/>
            </a:lvl4pPr>
            <a:lvl5pPr marL="2250887" indent="0" algn="ctr">
              <a:buNone/>
              <a:defRPr sz="1969"/>
            </a:lvl5pPr>
            <a:lvl6pPr marL="2813609" indent="0" algn="ctr">
              <a:buNone/>
              <a:defRPr sz="1969"/>
            </a:lvl6pPr>
            <a:lvl7pPr marL="3376331" indent="0" algn="ctr">
              <a:buNone/>
              <a:defRPr sz="1969"/>
            </a:lvl7pPr>
            <a:lvl8pPr marL="3939052" indent="0" algn="ctr">
              <a:buNone/>
              <a:defRPr sz="1969"/>
            </a:lvl8pPr>
            <a:lvl9pPr marL="4501774" indent="0" algn="ctr">
              <a:buNone/>
              <a:defRPr sz="1969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8974" y="2732542"/>
            <a:ext cx="9373227" cy="1855496"/>
          </a:xfrm>
        </p:spPr>
        <p:txBody>
          <a:bodyPr lIns="0" anchor="ctr" anchorCtr="0">
            <a:normAutofit/>
          </a:bodyPr>
          <a:lstStyle>
            <a:lvl1pPr algn="l">
              <a:defRPr sz="492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34110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ндарт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idx="1"/>
          </p:nvPr>
        </p:nvSpPr>
        <p:spPr>
          <a:xfrm>
            <a:off x="597654" y="1616220"/>
            <a:ext cx="10515600" cy="4351338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  <a:prstGeom prst="rect">
            <a:avLst/>
          </a:prstGeom>
        </p:spPr>
        <p:txBody>
          <a:bodyPr vert="horz" lIns="0" tIns="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E612173-4B8D-7B42-9A8A-3CADCF868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5243" y="354241"/>
            <a:ext cx="415332" cy="288017"/>
          </a:xfrm>
          <a:prstGeom prst="rect">
            <a:avLst/>
          </a:prstGeom>
        </p:spPr>
        <p:txBody>
          <a:bodyPr vert="horz" lIns="0" tIns="0" rIns="0" bIns="45720" rtlCol="0" anchor="t" anchorCtr="0"/>
          <a:lstStyle>
            <a:lvl1pPr algn="ctr">
              <a:defRPr sz="1108">
                <a:solidFill>
                  <a:schemeClr val="tx2"/>
                </a:solidFill>
                <a:latin typeface="+mn-lt"/>
              </a:defRPr>
            </a:lvl1pPr>
          </a:lstStyle>
          <a:p>
            <a:fld id="{062939BC-360F-BC45-BD49-E2E74EFB2E3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724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74" y="2726431"/>
            <a:ext cx="10515600" cy="1861608"/>
          </a:xfrm>
        </p:spPr>
        <p:txBody>
          <a:bodyPr lIns="0" anchor="ctr" anchorCtr="0">
            <a:normAutofit/>
          </a:bodyPr>
          <a:lstStyle>
            <a:lvl1pPr>
              <a:defRPr sz="393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974" y="4647074"/>
            <a:ext cx="10515600" cy="1019103"/>
          </a:xfrm>
        </p:spPr>
        <p:txBody>
          <a:bodyPr lIns="0" anchor="ctr" anchorCtr="0"/>
          <a:lstStyle>
            <a:lvl1pPr marL="0" indent="0">
              <a:buNone/>
              <a:defRPr sz="2954">
                <a:solidFill>
                  <a:schemeClr val="tx2"/>
                </a:solidFill>
              </a:defRPr>
            </a:lvl1pPr>
            <a:lvl2pPr marL="562722" indent="0">
              <a:buNone/>
              <a:defRPr sz="2462">
                <a:solidFill>
                  <a:schemeClr val="tx1">
                    <a:tint val="75000"/>
                  </a:schemeClr>
                </a:solidFill>
              </a:defRPr>
            </a:lvl2pPr>
            <a:lvl3pPr marL="1125444" indent="0">
              <a:buNone/>
              <a:defRPr sz="2215">
                <a:solidFill>
                  <a:schemeClr val="tx1">
                    <a:tint val="75000"/>
                  </a:schemeClr>
                </a:solidFill>
              </a:defRPr>
            </a:lvl3pPr>
            <a:lvl4pPr marL="1688165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4pPr>
            <a:lvl5pPr marL="2250887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5pPr>
            <a:lvl6pPr marL="2813609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6pPr>
            <a:lvl7pPr marL="3376331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7pPr>
            <a:lvl8pPr marL="3939052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8pPr>
            <a:lvl9pPr marL="4501774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346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екстом в 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653" y="365126"/>
            <a:ext cx="10756148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653" y="1616221"/>
            <a:ext cx="5164015" cy="4351338"/>
          </a:xfrm>
        </p:spPr>
        <p:txBody>
          <a:bodyPr tIns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785" y="1616221"/>
            <a:ext cx="5164016" cy="4351338"/>
          </a:xfrm>
        </p:spPr>
        <p:txBody>
          <a:bodyPr tIns="0">
            <a:normAutofit/>
          </a:bodyPr>
          <a:lstStyle>
            <a:lvl1pPr>
              <a:defRPr sz="1477"/>
            </a:lvl1pPr>
            <a:lvl2pPr>
              <a:defRPr sz="1477"/>
            </a:lvl2pPr>
            <a:lvl3pPr>
              <a:defRPr sz="1477"/>
            </a:lvl3pPr>
            <a:lvl4pPr>
              <a:defRPr sz="1477"/>
            </a:lvl4pPr>
            <a:lvl5pPr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60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диаграммой или графи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202C939F-C379-6A4D-8FE3-D818E1D7D9D5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97654" y="1668939"/>
            <a:ext cx="10515599" cy="368317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1477" b="0" i="0">
                <a:latin typeface="+mn-lt"/>
                <a:cs typeface="Tahoma"/>
              </a:defRPr>
            </a:lvl1pPr>
          </a:lstStyle>
          <a:p>
            <a:pPr lvl="0"/>
            <a:r>
              <a:rPr lang="ru-RU" noProof="0" dirty="0"/>
              <a:t>Вставка диаграммы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76BE892-34E9-2548-BDF4-435F283A3E2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2547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аблиц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76BE892-34E9-2548-BDF4-435F283A3E2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able Placeholder 3">
            <a:extLst>
              <a:ext uri="{FF2B5EF4-FFF2-40B4-BE49-F238E27FC236}">
                <a16:creationId xmlns:a16="http://schemas.microsoft.com/office/drawing/2014/main" id="{9EA851BC-4823-1B48-805D-B295ABA6ECA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97654" y="1668939"/>
            <a:ext cx="10515599" cy="3683179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666145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большой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7654" y="1668940"/>
            <a:ext cx="10758101" cy="3759911"/>
          </a:xfrm>
        </p:spPr>
        <p:txBody>
          <a:bodyPr>
            <a:normAutofit/>
          </a:bodyPr>
          <a:lstStyle>
            <a:lvl1pPr marL="0" indent="0">
              <a:buNone/>
              <a:defRPr sz="1477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758101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093169A-C943-0549-97A0-11436AA8804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41848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графиком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8D19D9C-46B9-684B-AFE4-1A997FF8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702F70C-767B-814B-9003-CC06C74F90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37393" y="365126"/>
            <a:ext cx="6210546" cy="5602287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6542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аблицей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8D19D9C-46B9-684B-AFE4-1A997FF8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260DC356-4426-0C4B-8924-DF88B0B80D5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136662" y="365127"/>
            <a:ext cx="6211276" cy="5602287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523047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графией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35930" y="365126"/>
            <a:ext cx="6172199" cy="5602432"/>
          </a:xfrm>
        </p:spPr>
        <p:txBody>
          <a:bodyPr>
            <a:normAutofit/>
          </a:bodyPr>
          <a:lstStyle>
            <a:lvl1pPr marL="0" indent="0">
              <a:buNone/>
              <a:defRPr sz="1477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DBF0FB-AF6E-A646-B020-9C847DA20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B9B27D7-FD93-9D4D-B5A6-A4898054F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4941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84157336-CF9C-874D-8AAD-6842008C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7FDFB4-DCE1-2A42-AC24-19DE07028E71}"/>
              </a:ext>
            </a:extLst>
          </p:cNvPr>
          <p:cNvSpPr txBox="1"/>
          <p:nvPr userDrawn="1"/>
        </p:nvSpPr>
        <p:spPr>
          <a:xfrm>
            <a:off x="639709" y="2435193"/>
            <a:ext cx="8647930" cy="191077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/>
            <a:r>
              <a:rPr lang="en-US" sz="1477" b="1" dirty="0">
                <a:latin typeface="+mn-lt"/>
              </a:rPr>
              <a:t>Sminex</a:t>
            </a:r>
          </a:p>
          <a:p>
            <a:pPr lvl="0"/>
            <a:r>
              <a:rPr lang="en-US" sz="1477" dirty="0">
                <a:latin typeface="+mn-lt"/>
              </a:rPr>
              <a:t>119017, </a:t>
            </a:r>
            <a:r>
              <a:rPr lang="ru-RU" sz="1477" dirty="0">
                <a:latin typeface="+mn-lt"/>
              </a:rPr>
              <a:t>Москва, </a:t>
            </a:r>
          </a:p>
          <a:p>
            <a:pPr lvl="0"/>
            <a:r>
              <a:rPr lang="ru-RU" sz="1477" dirty="0">
                <a:latin typeface="+mn-lt"/>
              </a:rPr>
              <a:t>Кадашёвская набережная, д. 6/1/2с1</a:t>
            </a:r>
            <a:endParaRPr lang="en-US" sz="1477" dirty="0">
              <a:latin typeface="+mn-lt"/>
            </a:endParaRPr>
          </a:p>
          <a:p>
            <a:pPr lvl="0"/>
            <a:r>
              <a:rPr lang="ru-RU" sz="1477" dirty="0">
                <a:latin typeface="+mn-lt"/>
              </a:rPr>
              <a:t>+ 7 495 6 444 000</a:t>
            </a:r>
          </a:p>
          <a:p>
            <a:pPr lvl="0"/>
            <a:r>
              <a:rPr lang="ru-RU" sz="1477" dirty="0">
                <a:latin typeface="+mn-lt"/>
              </a:rPr>
              <a:t>+ 7 495 6 444 001</a:t>
            </a:r>
          </a:p>
          <a:p>
            <a:pPr lvl="0"/>
            <a:endParaRPr lang="ru-RU" sz="1477" dirty="0">
              <a:latin typeface="+mn-lt"/>
            </a:endParaRPr>
          </a:p>
          <a:p>
            <a:pPr lvl="0"/>
            <a:r>
              <a:rPr lang="en-US" sz="1477" dirty="0">
                <a:latin typeface="+mn-lt"/>
              </a:rPr>
              <a:t>www.sminex.com</a:t>
            </a:r>
          </a:p>
          <a:p>
            <a:endParaRPr lang="en-RU" sz="1477" dirty="0">
              <a:latin typeface="+mn-lt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87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ндарт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idx="1"/>
          </p:nvPr>
        </p:nvSpPr>
        <p:spPr>
          <a:xfrm>
            <a:off x="597654" y="1616220"/>
            <a:ext cx="10515600" cy="4351338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  <a:prstGeom prst="rect">
            <a:avLst/>
          </a:prstGeom>
        </p:spPr>
        <p:txBody>
          <a:bodyPr vert="horz" lIns="0" tIns="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E612173-4B8D-7B42-9A8A-3CADCF868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5243" y="354241"/>
            <a:ext cx="415332" cy="288017"/>
          </a:xfrm>
          <a:prstGeom prst="rect">
            <a:avLst/>
          </a:prstGeom>
        </p:spPr>
        <p:txBody>
          <a:bodyPr vert="horz" lIns="0" tIns="0" rIns="0" bIns="45720" rtlCol="0" anchor="t" anchorCtr="0"/>
          <a:lstStyle>
            <a:lvl1pPr algn="ctr">
              <a:defRPr sz="1108">
                <a:solidFill>
                  <a:schemeClr val="tx2"/>
                </a:solidFill>
                <a:latin typeface="+mn-lt"/>
              </a:defRPr>
            </a:lvl1pPr>
          </a:lstStyle>
          <a:p>
            <a:fld id="{062939BC-360F-BC45-BD49-E2E74EFB2E3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9552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74" y="2726431"/>
            <a:ext cx="10515600" cy="1861608"/>
          </a:xfrm>
        </p:spPr>
        <p:txBody>
          <a:bodyPr lIns="0" anchor="ctr" anchorCtr="0">
            <a:normAutofit/>
          </a:bodyPr>
          <a:lstStyle>
            <a:lvl1pPr>
              <a:defRPr sz="393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974" y="4647074"/>
            <a:ext cx="10515600" cy="1019103"/>
          </a:xfrm>
        </p:spPr>
        <p:txBody>
          <a:bodyPr lIns="0" anchor="ctr" anchorCtr="0"/>
          <a:lstStyle>
            <a:lvl1pPr marL="0" indent="0">
              <a:buNone/>
              <a:defRPr sz="2954">
                <a:solidFill>
                  <a:schemeClr val="tx2"/>
                </a:solidFill>
              </a:defRPr>
            </a:lvl1pPr>
            <a:lvl2pPr marL="562722" indent="0">
              <a:buNone/>
              <a:defRPr sz="2462">
                <a:solidFill>
                  <a:schemeClr val="tx1">
                    <a:tint val="75000"/>
                  </a:schemeClr>
                </a:solidFill>
              </a:defRPr>
            </a:lvl2pPr>
            <a:lvl3pPr marL="1125444" indent="0">
              <a:buNone/>
              <a:defRPr sz="2215">
                <a:solidFill>
                  <a:schemeClr val="tx1">
                    <a:tint val="75000"/>
                  </a:schemeClr>
                </a:solidFill>
              </a:defRPr>
            </a:lvl3pPr>
            <a:lvl4pPr marL="1688165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4pPr>
            <a:lvl5pPr marL="2250887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5pPr>
            <a:lvl6pPr marL="2813609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6pPr>
            <a:lvl7pPr marL="3376331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7pPr>
            <a:lvl8pPr marL="3939052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8pPr>
            <a:lvl9pPr marL="4501774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10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екстом в 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653" y="365126"/>
            <a:ext cx="10756148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653" y="1616221"/>
            <a:ext cx="5164015" cy="4351338"/>
          </a:xfrm>
        </p:spPr>
        <p:txBody>
          <a:bodyPr tIns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785" y="1616221"/>
            <a:ext cx="5164016" cy="4351338"/>
          </a:xfrm>
        </p:spPr>
        <p:txBody>
          <a:bodyPr tIns="0">
            <a:normAutofit/>
          </a:bodyPr>
          <a:lstStyle>
            <a:lvl1pPr>
              <a:defRPr sz="1477"/>
            </a:lvl1pPr>
            <a:lvl2pPr>
              <a:defRPr sz="1477"/>
            </a:lvl2pPr>
            <a:lvl3pPr>
              <a:defRPr sz="1477"/>
            </a:lvl3pPr>
            <a:lvl4pPr>
              <a:defRPr sz="1477"/>
            </a:lvl4pPr>
            <a:lvl5pPr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0138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диаграммой или графи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202C939F-C379-6A4D-8FE3-D818E1D7D9D5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97654" y="1668939"/>
            <a:ext cx="10515599" cy="368317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1477" b="0" i="0">
                <a:latin typeface="+mn-lt"/>
                <a:cs typeface="Tahoma"/>
              </a:defRPr>
            </a:lvl1pPr>
          </a:lstStyle>
          <a:p>
            <a:pPr lvl="0"/>
            <a:r>
              <a:rPr lang="ru-RU" noProof="0" dirty="0"/>
              <a:t>Вставка диаграммы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76BE892-34E9-2548-BDF4-435F283A3E2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8380850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аблиц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76BE892-34E9-2548-BDF4-435F283A3E2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able Placeholder 3">
            <a:extLst>
              <a:ext uri="{FF2B5EF4-FFF2-40B4-BE49-F238E27FC236}">
                <a16:creationId xmlns:a16="http://schemas.microsoft.com/office/drawing/2014/main" id="{9EA851BC-4823-1B48-805D-B295ABA6ECA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97654" y="1668939"/>
            <a:ext cx="10515599" cy="3683179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174197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большой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7654" y="1668940"/>
            <a:ext cx="10758101" cy="3759911"/>
          </a:xfrm>
        </p:spPr>
        <p:txBody>
          <a:bodyPr>
            <a:normAutofit/>
          </a:bodyPr>
          <a:lstStyle>
            <a:lvl1pPr marL="0" indent="0">
              <a:buNone/>
              <a:defRPr sz="1477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758101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093169A-C943-0549-97A0-11436AA8804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397837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графиком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8D19D9C-46B9-684B-AFE4-1A997FF8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702F70C-767B-814B-9003-CC06C74F90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37393" y="365126"/>
            <a:ext cx="6210546" cy="5602287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4827284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аблицей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8D19D9C-46B9-684B-AFE4-1A997FF8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260DC356-4426-0C4B-8924-DF88B0B80D5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136662" y="365127"/>
            <a:ext cx="6211276" cy="5602287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1530459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графией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35930" y="365126"/>
            <a:ext cx="6172199" cy="5602432"/>
          </a:xfrm>
        </p:spPr>
        <p:txBody>
          <a:bodyPr>
            <a:normAutofit/>
          </a:bodyPr>
          <a:lstStyle>
            <a:lvl1pPr marL="0" indent="0">
              <a:buNone/>
              <a:defRPr sz="1477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DBF0FB-AF6E-A646-B020-9C847DA20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B9B27D7-FD93-9D4D-B5A6-A4898054F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88131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84157336-CF9C-874D-8AAD-6842008C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7FDFB4-DCE1-2A42-AC24-19DE07028E71}"/>
              </a:ext>
            </a:extLst>
          </p:cNvPr>
          <p:cNvSpPr txBox="1"/>
          <p:nvPr userDrawn="1"/>
        </p:nvSpPr>
        <p:spPr>
          <a:xfrm>
            <a:off x="639709" y="2435193"/>
            <a:ext cx="8647930" cy="191077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/>
            <a:r>
              <a:rPr lang="en-US" sz="1477" b="1" dirty="0">
                <a:latin typeface="+mn-lt"/>
              </a:rPr>
              <a:t>Sminex</a:t>
            </a:r>
          </a:p>
          <a:p>
            <a:pPr lvl="0"/>
            <a:r>
              <a:rPr lang="en-US" sz="1477" dirty="0">
                <a:latin typeface="+mn-lt"/>
              </a:rPr>
              <a:t>119017, </a:t>
            </a:r>
            <a:r>
              <a:rPr lang="ru-RU" sz="1477" dirty="0">
                <a:latin typeface="+mn-lt"/>
              </a:rPr>
              <a:t>Москва, </a:t>
            </a:r>
          </a:p>
          <a:p>
            <a:pPr lvl="0"/>
            <a:r>
              <a:rPr lang="ru-RU" sz="1477" dirty="0">
                <a:latin typeface="+mn-lt"/>
              </a:rPr>
              <a:t>Кадашёвская набережная, д. 6/1/2с1</a:t>
            </a:r>
            <a:endParaRPr lang="en-US" sz="1477" dirty="0">
              <a:latin typeface="+mn-lt"/>
            </a:endParaRPr>
          </a:p>
          <a:p>
            <a:pPr lvl="0"/>
            <a:r>
              <a:rPr lang="ru-RU" sz="1477" dirty="0">
                <a:latin typeface="+mn-lt"/>
              </a:rPr>
              <a:t>+ 7 495 6 444 000</a:t>
            </a:r>
          </a:p>
          <a:p>
            <a:pPr lvl="0"/>
            <a:r>
              <a:rPr lang="ru-RU" sz="1477" dirty="0">
                <a:latin typeface="+mn-lt"/>
              </a:rPr>
              <a:t>+ 7 495 6 444 001</a:t>
            </a:r>
          </a:p>
          <a:p>
            <a:pPr lvl="0"/>
            <a:endParaRPr lang="ru-RU" sz="1477" dirty="0">
              <a:latin typeface="+mn-lt"/>
            </a:endParaRPr>
          </a:p>
          <a:p>
            <a:pPr lvl="0"/>
            <a:r>
              <a:rPr lang="en-US" sz="1477" dirty="0">
                <a:latin typeface="+mn-lt"/>
              </a:rPr>
              <a:t>www.sminex.com</a:t>
            </a:r>
          </a:p>
          <a:p>
            <a:endParaRPr lang="en-RU" sz="1477" dirty="0">
              <a:latin typeface="+mn-lt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8313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ндарт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idx="1"/>
          </p:nvPr>
        </p:nvSpPr>
        <p:spPr>
          <a:xfrm>
            <a:off x="597654" y="1616220"/>
            <a:ext cx="10515600" cy="4351338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  <a:prstGeom prst="rect">
            <a:avLst/>
          </a:prstGeom>
        </p:spPr>
        <p:txBody>
          <a:bodyPr vert="horz" lIns="0" tIns="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E612173-4B8D-7B42-9A8A-3CADCF868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5243" y="354241"/>
            <a:ext cx="415332" cy="288017"/>
          </a:xfrm>
          <a:prstGeom prst="rect">
            <a:avLst/>
          </a:prstGeom>
        </p:spPr>
        <p:txBody>
          <a:bodyPr vert="horz" lIns="0" tIns="0" rIns="0" bIns="45720" rtlCol="0" anchor="t" anchorCtr="0"/>
          <a:lstStyle>
            <a:lvl1pPr algn="ctr">
              <a:defRPr sz="1108">
                <a:solidFill>
                  <a:schemeClr val="tx2"/>
                </a:solidFill>
                <a:latin typeface="+mn-lt"/>
              </a:defRPr>
            </a:lvl1pPr>
          </a:lstStyle>
          <a:p>
            <a:fld id="{062939BC-360F-BC45-BD49-E2E74EFB2E3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3485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74" y="2726431"/>
            <a:ext cx="10515600" cy="1861608"/>
          </a:xfrm>
        </p:spPr>
        <p:txBody>
          <a:bodyPr lIns="0" anchor="ctr" anchorCtr="0">
            <a:normAutofit/>
          </a:bodyPr>
          <a:lstStyle>
            <a:lvl1pPr>
              <a:defRPr sz="393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974" y="4647074"/>
            <a:ext cx="10515600" cy="1019103"/>
          </a:xfrm>
        </p:spPr>
        <p:txBody>
          <a:bodyPr lIns="0" anchor="ctr" anchorCtr="0"/>
          <a:lstStyle>
            <a:lvl1pPr marL="0" indent="0">
              <a:buNone/>
              <a:defRPr sz="2954">
                <a:solidFill>
                  <a:schemeClr val="tx2"/>
                </a:solidFill>
              </a:defRPr>
            </a:lvl1pPr>
            <a:lvl2pPr marL="562722" indent="0">
              <a:buNone/>
              <a:defRPr sz="2462">
                <a:solidFill>
                  <a:schemeClr val="tx1">
                    <a:tint val="75000"/>
                  </a:schemeClr>
                </a:solidFill>
              </a:defRPr>
            </a:lvl2pPr>
            <a:lvl3pPr marL="1125444" indent="0">
              <a:buNone/>
              <a:defRPr sz="2215">
                <a:solidFill>
                  <a:schemeClr val="tx1">
                    <a:tint val="75000"/>
                  </a:schemeClr>
                </a:solidFill>
              </a:defRPr>
            </a:lvl3pPr>
            <a:lvl4pPr marL="1688165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4pPr>
            <a:lvl5pPr marL="2250887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5pPr>
            <a:lvl6pPr marL="2813609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6pPr>
            <a:lvl7pPr marL="3376331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7pPr>
            <a:lvl8pPr marL="3939052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8pPr>
            <a:lvl9pPr marL="4501774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937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екстом в 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653" y="365126"/>
            <a:ext cx="10756148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653" y="1616221"/>
            <a:ext cx="5164015" cy="4351338"/>
          </a:xfrm>
        </p:spPr>
        <p:txBody>
          <a:bodyPr tIns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785" y="1616221"/>
            <a:ext cx="5164016" cy="4351338"/>
          </a:xfrm>
        </p:spPr>
        <p:txBody>
          <a:bodyPr tIns="0">
            <a:normAutofit/>
          </a:bodyPr>
          <a:lstStyle>
            <a:lvl1pPr>
              <a:defRPr sz="1477"/>
            </a:lvl1pPr>
            <a:lvl2pPr>
              <a:defRPr sz="1477"/>
            </a:lvl2pPr>
            <a:lvl3pPr>
              <a:defRPr sz="1477"/>
            </a:lvl3pPr>
            <a:lvl4pPr>
              <a:defRPr sz="1477"/>
            </a:lvl4pPr>
            <a:lvl5pPr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2328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диаграммой или графи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202C939F-C379-6A4D-8FE3-D818E1D7D9D5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97654" y="1668939"/>
            <a:ext cx="10515599" cy="368317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1477" b="0" i="0">
                <a:latin typeface="+mn-lt"/>
                <a:cs typeface="Tahoma"/>
              </a:defRPr>
            </a:lvl1pPr>
          </a:lstStyle>
          <a:p>
            <a:pPr lvl="0"/>
            <a:r>
              <a:rPr lang="ru-RU" noProof="0" dirty="0"/>
              <a:t>Вставка диаграммы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76BE892-34E9-2548-BDF4-435F283A3E2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2786487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аблиц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76BE892-34E9-2548-BDF4-435F283A3E2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able Placeholder 3">
            <a:extLst>
              <a:ext uri="{FF2B5EF4-FFF2-40B4-BE49-F238E27FC236}">
                <a16:creationId xmlns:a16="http://schemas.microsoft.com/office/drawing/2014/main" id="{9EA851BC-4823-1B48-805D-B295ABA6ECA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97654" y="1668939"/>
            <a:ext cx="10515599" cy="3683179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4126389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большой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7654" y="1668940"/>
            <a:ext cx="10758101" cy="3759911"/>
          </a:xfrm>
        </p:spPr>
        <p:txBody>
          <a:bodyPr>
            <a:normAutofit/>
          </a:bodyPr>
          <a:lstStyle>
            <a:lvl1pPr marL="0" indent="0">
              <a:buNone/>
              <a:defRPr sz="1477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758101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093169A-C943-0549-97A0-11436AA8804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972240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графиком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8D19D9C-46B9-684B-AFE4-1A997FF8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702F70C-767B-814B-9003-CC06C74F90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37393" y="365126"/>
            <a:ext cx="6210546" cy="5602287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6214848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аблицей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8D19D9C-46B9-684B-AFE4-1A997FF8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260DC356-4426-0C4B-8924-DF88B0B80D5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136662" y="365127"/>
            <a:ext cx="6211276" cy="5602287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3804406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графией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35930" y="365126"/>
            <a:ext cx="6172199" cy="5602432"/>
          </a:xfrm>
        </p:spPr>
        <p:txBody>
          <a:bodyPr>
            <a:normAutofit/>
          </a:bodyPr>
          <a:lstStyle>
            <a:lvl1pPr marL="0" indent="0">
              <a:buNone/>
              <a:defRPr sz="1477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DBF0FB-AF6E-A646-B020-9C847DA20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B9B27D7-FD93-9D4D-B5A6-A4898054F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46397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84157336-CF9C-874D-8AAD-6842008C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7FDFB4-DCE1-2A42-AC24-19DE07028E71}"/>
              </a:ext>
            </a:extLst>
          </p:cNvPr>
          <p:cNvSpPr txBox="1"/>
          <p:nvPr userDrawn="1"/>
        </p:nvSpPr>
        <p:spPr>
          <a:xfrm>
            <a:off x="639709" y="2435193"/>
            <a:ext cx="8647930" cy="191077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/>
            <a:r>
              <a:rPr lang="en-US" sz="1477" b="1" dirty="0">
                <a:latin typeface="+mn-lt"/>
              </a:rPr>
              <a:t>Sminex</a:t>
            </a:r>
          </a:p>
          <a:p>
            <a:pPr lvl="0"/>
            <a:r>
              <a:rPr lang="en-US" sz="1477" dirty="0">
                <a:latin typeface="+mn-lt"/>
              </a:rPr>
              <a:t>119017, </a:t>
            </a:r>
            <a:r>
              <a:rPr lang="ru-RU" sz="1477" dirty="0">
                <a:latin typeface="+mn-lt"/>
              </a:rPr>
              <a:t>Москва, </a:t>
            </a:r>
          </a:p>
          <a:p>
            <a:pPr lvl="0"/>
            <a:r>
              <a:rPr lang="ru-RU" sz="1477" dirty="0">
                <a:latin typeface="+mn-lt"/>
              </a:rPr>
              <a:t>Кадашёвская набережная, д. 6/1/2с1</a:t>
            </a:r>
            <a:endParaRPr lang="en-US" sz="1477" dirty="0">
              <a:latin typeface="+mn-lt"/>
            </a:endParaRPr>
          </a:p>
          <a:p>
            <a:pPr lvl="0"/>
            <a:r>
              <a:rPr lang="ru-RU" sz="1477" dirty="0">
                <a:latin typeface="+mn-lt"/>
              </a:rPr>
              <a:t>+ 7 495 6 444 000</a:t>
            </a:r>
          </a:p>
          <a:p>
            <a:pPr lvl="0"/>
            <a:r>
              <a:rPr lang="ru-RU" sz="1477" dirty="0">
                <a:latin typeface="+mn-lt"/>
              </a:rPr>
              <a:t>+ 7 495 6 444 001</a:t>
            </a:r>
          </a:p>
          <a:p>
            <a:pPr lvl="0"/>
            <a:endParaRPr lang="ru-RU" sz="1477" dirty="0">
              <a:latin typeface="+mn-lt"/>
            </a:endParaRPr>
          </a:p>
          <a:p>
            <a:pPr lvl="0"/>
            <a:r>
              <a:rPr lang="en-US" sz="1477" dirty="0">
                <a:latin typeface="+mn-lt"/>
              </a:rPr>
              <a:t>www.sminex.com</a:t>
            </a:r>
          </a:p>
          <a:p>
            <a:endParaRPr lang="en-RU" sz="1477" dirty="0">
              <a:latin typeface="+mn-lt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747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 презентации">
    <p:bg>
      <p:bgPr>
        <a:solidFill>
          <a:srgbClr val="EBE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Изображение 3">
            <a:extLst>
              <a:ext uri="{FF2B5EF4-FFF2-40B4-BE49-F238E27FC236}">
                <a16:creationId xmlns:a16="http://schemas.microsoft.com/office/drawing/2014/main" id="{2E1A2C7C-8CE3-BA45-9523-12216618B5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0055"/>
            <a:ext cx="12244812" cy="688805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8974" y="4653186"/>
            <a:ext cx="9373227" cy="1019103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2954">
                <a:solidFill>
                  <a:schemeClr val="bg2"/>
                </a:solidFill>
              </a:defRPr>
            </a:lvl1pPr>
            <a:lvl2pPr marL="562722" indent="0" algn="ctr">
              <a:buNone/>
              <a:defRPr sz="2462"/>
            </a:lvl2pPr>
            <a:lvl3pPr marL="1125444" indent="0" algn="ctr">
              <a:buNone/>
              <a:defRPr sz="2215"/>
            </a:lvl3pPr>
            <a:lvl4pPr marL="1688165" indent="0" algn="ctr">
              <a:buNone/>
              <a:defRPr sz="1969"/>
            </a:lvl4pPr>
            <a:lvl5pPr marL="2250887" indent="0" algn="ctr">
              <a:buNone/>
              <a:defRPr sz="1969"/>
            </a:lvl5pPr>
            <a:lvl6pPr marL="2813609" indent="0" algn="ctr">
              <a:buNone/>
              <a:defRPr sz="1969"/>
            </a:lvl6pPr>
            <a:lvl7pPr marL="3376331" indent="0" algn="ctr">
              <a:buNone/>
              <a:defRPr sz="1969"/>
            </a:lvl7pPr>
            <a:lvl8pPr marL="3939052" indent="0" algn="ctr">
              <a:buNone/>
              <a:defRPr sz="1969"/>
            </a:lvl8pPr>
            <a:lvl9pPr marL="4501774" indent="0" algn="ctr">
              <a:buNone/>
              <a:defRPr sz="1969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8974" y="2732542"/>
            <a:ext cx="9373227" cy="1855496"/>
          </a:xfrm>
        </p:spPr>
        <p:txBody>
          <a:bodyPr lIns="0" anchor="ctr" anchorCtr="0">
            <a:normAutofit/>
          </a:bodyPr>
          <a:lstStyle>
            <a:lvl1pPr algn="l">
              <a:defRPr sz="492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7578088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ндарт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idx="1"/>
          </p:nvPr>
        </p:nvSpPr>
        <p:spPr>
          <a:xfrm>
            <a:off x="597654" y="1616220"/>
            <a:ext cx="10515600" cy="4351338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  <a:prstGeom prst="rect">
            <a:avLst/>
          </a:prstGeom>
        </p:spPr>
        <p:txBody>
          <a:bodyPr vert="horz" lIns="0" tIns="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E612173-4B8D-7B42-9A8A-3CADCF868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5243" y="354241"/>
            <a:ext cx="415332" cy="288017"/>
          </a:xfrm>
          <a:prstGeom prst="rect">
            <a:avLst/>
          </a:prstGeom>
        </p:spPr>
        <p:txBody>
          <a:bodyPr vert="horz" lIns="0" tIns="0" rIns="0" bIns="45720" rtlCol="0" anchor="t" anchorCtr="0"/>
          <a:lstStyle>
            <a:lvl1pPr algn="ctr">
              <a:defRPr sz="1108">
                <a:solidFill>
                  <a:schemeClr val="tx2"/>
                </a:solidFill>
                <a:latin typeface="+mn-lt"/>
              </a:defRPr>
            </a:lvl1pPr>
          </a:lstStyle>
          <a:p>
            <a:fld id="{062939BC-360F-BC45-BD49-E2E74EFB2E3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025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74" y="2726431"/>
            <a:ext cx="10515600" cy="1861608"/>
          </a:xfrm>
        </p:spPr>
        <p:txBody>
          <a:bodyPr lIns="0" anchor="ctr" anchorCtr="0">
            <a:normAutofit/>
          </a:bodyPr>
          <a:lstStyle>
            <a:lvl1pPr>
              <a:defRPr sz="393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974" y="4647074"/>
            <a:ext cx="10515600" cy="1019103"/>
          </a:xfrm>
        </p:spPr>
        <p:txBody>
          <a:bodyPr lIns="0" anchor="ctr" anchorCtr="0"/>
          <a:lstStyle>
            <a:lvl1pPr marL="0" indent="0">
              <a:buNone/>
              <a:defRPr sz="2954">
                <a:solidFill>
                  <a:schemeClr val="tx2"/>
                </a:solidFill>
              </a:defRPr>
            </a:lvl1pPr>
            <a:lvl2pPr marL="562722" indent="0">
              <a:buNone/>
              <a:defRPr sz="2462">
                <a:solidFill>
                  <a:schemeClr val="tx1">
                    <a:tint val="75000"/>
                  </a:schemeClr>
                </a:solidFill>
              </a:defRPr>
            </a:lvl2pPr>
            <a:lvl3pPr marL="1125444" indent="0">
              <a:buNone/>
              <a:defRPr sz="2215">
                <a:solidFill>
                  <a:schemeClr val="tx1">
                    <a:tint val="75000"/>
                  </a:schemeClr>
                </a:solidFill>
              </a:defRPr>
            </a:lvl3pPr>
            <a:lvl4pPr marL="1688165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4pPr>
            <a:lvl5pPr marL="2250887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5pPr>
            <a:lvl6pPr marL="2813609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6pPr>
            <a:lvl7pPr marL="3376331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7pPr>
            <a:lvl8pPr marL="3939052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8pPr>
            <a:lvl9pPr marL="4501774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2202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екстом в 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653" y="365126"/>
            <a:ext cx="10756148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653" y="1616221"/>
            <a:ext cx="5164015" cy="4351338"/>
          </a:xfrm>
        </p:spPr>
        <p:txBody>
          <a:bodyPr tIns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785" y="1616221"/>
            <a:ext cx="5164016" cy="4351338"/>
          </a:xfrm>
        </p:spPr>
        <p:txBody>
          <a:bodyPr tIns="0">
            <a:normAutofit/>
          </a:bodyPr>
          <a:lstStyle>
            <a:lvl1pPr>
              <a:defRPr sz="1477"/>
            </a:lvl1pPr>
            <a:lvl2pPr>
              <a:defRPr sz="1477"/>
            </a:lvl2pPr>
            <a:lvl3pPr>
              <a:defRPr sz="1477"/>
            </a:lvl3pPr>
            <a:lvl4pPr>
              <a:defRPr sz="1477"/>
            </a:lvl4pPr>
            <a:lvl5pPr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3742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диаграммой или графи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202C939F-C379-6A4D-8FE3-D818E1D7D9D5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97654" y="1668939"/>
            <a:ext cx="10515599" cy="368317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1477" b="0" i="0">
                <a:latin typeface="+mn-lt"/>
                <a:cs typeface="Tahoma"/>
              </a:defRPr>
            </a:lvl1pPr>
          </a:lstStyle>
          <a:p>
            <a:pPr lvl="0"/>
            <a:r>
              <a:rPr lang="ru-RU" noProof="0" dirty="0"/>
              <a:t>Вставка диаграммы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76BE892-34E9-2548-BDF4-435F283A3E2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0319575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аблиц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76BE892-34E9-2548-BDF4-435F283A3E2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able Placeholder 3">
            <a:extLst>
              <a:ext uri="{FF2B5EF4-FFF2-40B4-BE49-F238E27FC236}">
                <a16:creationId xmlns:a16="http://schemas.microsoft.com/office/drawing/2014/main" id="{9EA851BC-4823-1B48-805D-B295ABA6ECA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97654" y="1668939"/>
            <a:ext cx="10515599" cy="3683179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33141894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большой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7654" y="1668940"/>
            <a:ext cx="10758101" cy="3759911"/>
          </a:xfrm>
        </p:spPr>
        <p:txBody>
          <a:bodyPr>
            <a:normAutofit/>
          </a:bodyPr>
          <a:lstStyle>
            <a:lvl1pPr marL="0" indent="0">
              <a:buNone/>
              <a:defRPr sz="1477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758101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093169A-C943-0549-97A0-11436AA8804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4042144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графиком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8D19D9C-46B9-684B-AFE4-1A997FF8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702F70C-767B-814B-9003-CC06C74F90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37393" y="365126"/>
            <a:ext cx="6210546" cy="5602287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8832014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аблицей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8D19D9C-46B9-684B-AFE4-1A997FF8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260DC356-4426-0C4B-8924-DF88B0B80D5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136662" y="365127"/>
            <a:ext cx="6211276" cy="5602287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9369824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графией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35930" y="365126"/>
            <a:ext cx="6172199" cy="5602432"/>
          </a:xfrm>
        </p:spPr>
        <p:txBody>
          <a:bodyPr>
            <a:normAutofit/>
          </a:bodyPr>
          <a:lstStyle>
            <a:lvl1pPr marL="0" indent="0">
              <a:buNone/>
              <a:defRPr sz="1477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DBF0FB-AF6E-A646-B020-9C847DA20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B9B27D7-FD93-9D4D-B5A6-A4898054F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617042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84157336-CF9C-874D-8AAD-6842008C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7FDFB4-DCE1-2A42-AC24-19DE07028E71}"/>
              </a:ext>
            </a:extLst>
          </p:cNvPr>
          <p:cNvSpPr txBox="1"/>
          <p:nvPr userDrawn="1"/>
        </p:nvSpPr>
        <p:spPr>
          <a:xfrm>
            <a:off x="639709" y="2435193"/>
            <a:ext cx="8647930" cy="191077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/>
            <a:r>
              <a:rPr lang="en-US" sz="1477" b="1" dirty="0">
                <a:latin typeface="+mn-lt"/>
              </a:rPr>
              <a:t>Sminex</a:t>
            </a:r>
          </a:p>
          <a:p>
            <a:pPr lvl="0"/>
            <a:r>
              <a:rPr lang="en-US" sz="1477" dirty="0">
                <a:latin typeface="+mn-lt"/>
              </a:rPr>
              <a:t>119017, </a:t>
            </a:r>
            <a:r>
              <a:rPr lang="ru-RU" sz="1477" dirty="0">
                <a:latin typeface="+mn-lt"/>
              </a:rPr>
              <a:t>Москва, </a:t>
            </a:r>
          </a:p>
          <a:p>
            <a:pPr lvl="0"/>
            <a:r>
              <a:rPr lang="ru-RU" sz="1477" dirty="0">
                <a:latin typeface="+mn-lt"/>
              </a:rPr>
              <a:t>Кадашёвская набережная, д. 6/1/2с1</a:t>
            </a:r>
            <a:endParaRPr lang="en-US" sz="1477" dirty="0">
              <a:latin typeface="+mn-lt"/>
            </a:endParaRPr>
          </a:p>
          <a:p>
            <a:pPr lvl="0"/>
            <a:r>
              <a:rPr lang="ru-RU" sz="1477" dirty="0">
                <a:latin typeface="+mn-lt"/>
              </a:rPr>
              <a:t>+ 7 495 6 444 000</a:t>
            </a:r>
          </a:p>
          <a:p>
            <a:pPr lvl="0"/>
            <a:r>
              <a:rPr lang="ru-RU" sz="1477" dirty="0">
                <a:latin typeface="+mn-lt"/>
              </a:rPr>
              <a:t>+ 7 495 6 444 001</a:t>
            </a:r>
          </a:p>
          <a:p>
            <a:pPr lvl="0"/>
            <a:endParaRPr lang="ru-RU" sz="1477" dirty="0">
              <a:latin typeface="+mn-lt"/>
            </a:endParaRPr>
          </a:p>
          <a:p>
            <a:pPr lvl="0"/>
            <a:r>
              <a:rPr lang="en-US" sz="1477" dirty="0">
                <a:latin typeface="+mn-lt"/>
              </a:rPr>
              <a:t>www.sminex.com</a:t>
            </a:r>
          </a:p>
          <a:p>
            <a:endParaRPr lang="en-RU" sz="1477" dirty="0">
              <a:latin typeface="+mn-lt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9717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ложка презентации">
    <p:bg>
      <p:bgPr>
        <a:solidFill>
          <a:srgbClr val="EBE8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Изображение 3">
            <a:extLst>
              <a:ext uri="{FF2B5EF4-FFF2-40B4-BE49-F238E27FC236}">
                <a16:creationId xmlns:a16="http://schemas.microsoft.com/office/drawing/2014/main" id="{2E1A2C7C-8CE3-BA45-9523-12216618B5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0055"/>
            <a:ext cx="12244812" cy="688805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8974" y="4653186"/>
            <a:ext cx="9373227" cy="1019103"/>
          </a:xfrm>
        </p:spPr>
        <p:txBody>
          <a:bodyPr lIns="0" anchor="ctr" anchorCtr="0">
            <a:noAutofit/>
          </a:bodyPr>
          <a:lstStyle>
            <a:lvl1pPr marL="0" indent="0" algn="l">
              <a:buNone/>
              <a:defRPr sz="2954">
                <a:solidFill>
                  <a:schemeClr val="bg2"/>
                </a:solidFill>
              </a:defRPr>
            </a:lvl1pPr>
            <a:lvl2pPr marL="562722" indent="0" algn="ctr">
              <a:buNone/>
              <a:defRPr sz="2462"/>
            </a:lvl2pPr>
            <a:lvl3pPr marL="1125444" indent="0" algn="ctr">
              <a:buNone/>
              <a:defRPr sz="2215"/>
            </a:lvl3pPr>
            <a:lvl4pPr marL="1688165" indent="0" algn="ctr">
              <a:buNone/>
              <a:defRPr sz="1969"/>
            </a:lvl4pPr>
            <a:lvl5pPr marL="2250887" indent="0" algn="ctr">
              <a:buNone/>
              <a:defRPr sz="1969"/>
            </a:lvl5pPr>
            <a:lvl6pPr marL="2813609" indent="0" algn="ctr">
              <a:buNone/>
              <a:defRPr sz="1969"/>
            </a:lvl6pPr>
            <a:lvl7pPr marL="3376331" indent="0" algn="ctr">
              <a:buNone/>
              <a:defRPr sz="1969"/>
            </a:lvl7pPr>
            <a:lvl8pPr marL="3939052" indent="0" algn="ctr">
              <a:buNone/>
              <a:defRPr sz="1969"/>
            </a:lvl8pPr>
            <a:lvl9pPr marL="4501774" indent="0" algn="ctr">
              <a:buNone/>
              <a:defRPr sz="1969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8974" y="2732542"/>
            <a:ext cx="9373227" cy="1855496"/>
          </a:xfrm>
        </p:spPr>
        <p:txBody>
          <a:bodyPr lIns="0" anchor="ctr" anchorCtr="0">
            <a:normAutofit/>
          </a:bodyPr>
          <a:lstStyle>
            <a:lvl1pPr algn="l">
              <a:defRPr sz="492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7606681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ндарт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"/>
          <p:cNvSpPr>
            <a:spLocks noGrp="1"/>
          </p:cNvSpPr>
          <p:nvPr>
            <p:ph idx="1"/>
          </p:nvPr>
        </p:nvSpPr>
        <p:spPr>
          <a:xfrm>
            <a:off x="597654" y="1616220"/>
            <a:ext cx="10515600" cy="4351338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itle Placeholder 1"/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  <a:prstGeom prst="rect">
            <a:avLst/>
          </a:prstGeom>
        </p:spPr>
        <p:txBody>
          <a:bodyPr vert="horz" lIns="0" tIns="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E612173-4B8D-7B42-9A8A-3CADCF868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805243" y="354241"/>
            <a:ext cx="415332" cy="288017"/>
          </a:xfrm>
          <a:prstGeom prst="rect">
            <a:avLst/>
          </a:prstGeom>
        </p:spPr>
        <p:txBody>
          <a:bodyPr vert="horz" lIns="0" tIns="0" rIns="0" bIns="45720" rtlCol="0" anchor="t" anchorCtr="0"/>
          <a:lstStyle>
            <a:lvl1pPr algn="ctr">
              <a:defRPr sz="1108">
                <a:solidFill>
                  <a:schemeClr val="tx2"/>
                </a:solidFill>
                <a:latin typeface="+mn-lt"/>
              </a:defRPr>
            </a:lvl1pPr>
          </a:lstStyle>
          <a:p>
            <a:fld id="{062939BC-360F-BC45-BD49-E2E74EFB2E3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23947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8974" y="2726431"/>
            <a:ext cx="10515600" cy="1861608"/>
          </a:xfrm>
        </p:spPr>
        <p:txBody>
          <a:bodyPr lIns="0" anchor="ctr" anchorCtr="0">
            <a:normAutofit/>
          </a:bodyPr>
          <a:lstStyle>
            <a:lvl1pPr>
              <a:defRPr sz="393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8974" y="4647074"/>
            <a:ext cx="10515600" cy="1019103"/>
          </a:xfrm>
        </p:spPr>
        <p:txBody>
          <a:bodyPr lIns="0" anchor="ctr" anchorCtr="0"/>
          <a:lstStyle>
            <a:lvl1pPr marL="0" indent="0">
              <a:buNone/>
              <a:defRPr sz="2954">
                <a:solidFill>
                  <a:schemeClr val="tx2"/>
                </a:solidFill>
              </a:defRPr>
            </a:lvl1pPr>
            <a:lvl2pPr marL="562722" indent="0">
              <a:buNone/>
              <a:defRPr sz="2462">
                <a:solidFill>
                  <a:schemeClr val="tx1">
                    <a:tint val="75000"/>
                  </a:schemeClr>
                </a:solidFill>
              </a:defRPr>
            </a:lvl2pPr>
            <a:lvl3pPr marL="1125444" indent="0">
              <a:buNone/>
              <a:defRPr sz="2215">
                <a:solidFill>
                  <a:schemeClr val="tx1">
                    <a:tint val="75000"/>
                  </a:schemeClr>
                </a:solidFill>
              </a:defRPr>
            </a:lvl3pPr>
            <a:lvl4pPr marL="1688165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4pPr>
            <a:lvl5pPr marL="2250887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5pPr>
            <a:lvl6pPr marL="2813609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6pPr>
            <a:lvl7pPr marL="3376331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7pPr>
            <a:lvl8pPr marL="3939052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8pPr>
            <a:lvl9pPr marL="4501774" indent="0">
              <a:buNone/>
              <a:defRPr sz="19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12525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екстом в 2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653" y="365126"/>
            <a:ext cx="10756148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653" y="1616221"/>
            <a:ext cx="5164015" cy="4351338"/>
          </a:xfrm>
        </p:spPr>
        <p:txBody>
          <a:bodyPr tIns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9785" y="1616221"/>
            <a:ext cx="5164016" cy="4351338"/>
          </a:xfrm>
        </p:spPr>
        <p:txBody>
          <a:bodyPr tIns="0">
            <a:normAutofit/>
          </a:bodyPr>
          <a:lstStyle>
            <a:lvl1pPr>
              <a:defRPr sz="1477"/>
            </a:lvl1pPr>
            <a:lvl2pPr>
              <a:defRPr sz="1477"/>
            </a:lvl2pPr>
            <a:lvl3pPr>
              <a:defRPr sz="1477"/>
            </a:lvl3pPr>
            <a:lvl4pPr>
              <a:defRPr sz="1477"/>
            </a:lvl4pPr>
            <a:lvl5pPr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1557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диаграммой или графи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202C939F-C379-6A4D-8FE3-D818E1D7D9D5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597654" y="1668939"/>
            <a:ext cx="10515599" cy="3683179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>
              <a:buNone/>
              <a:defRPr sz="1477" b="0" i="0">
                <a:latin typeface="+mn-lt"/>
                <a:cs typeface="Tahoma"/>
              </a:defRPr>
            </a:lvl1pPr>
          </a:lstStyle>
          <a:p>
            <a:pPr lvl="0"/>
            <a:r>
              <a:rPr lang="ru-RU" noProof="0" dirty="0"/>
              <a:t>Вставка диаграммы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76BE892-34E9-2548-BDF4-435F283A3E2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968226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аблиц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76BE892-34E9-2548-BDF4-435F283A3E28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able Placeholder 3">
            <a:extLst>
              <a:ext uri="{FF2B5EF4-FFF2-40B4-BE49-F238E27FC236}">
                <a16:creationId xmlns:a16="http://schemas.microsoft.com/office/drawing/2014/main" id="{9EA851BC-4823-1B48-805D-B295ABA6ECA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97654" y="1668939"/>
            <a:ext cx="10515599" cy="3683179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182089809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большой фотографие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97654" y="1668940"/>
            <a:ext cx="10758101" cy="3759911"/>
          </a:xfrm>
        </p:spPr>
        <p:txBody>
          <a:bodyPr>
            <a:normAutofit/>
          </a:bodyPr>
          <a:lstStyle>
            <a:lvl1pPr marL="0" indent="0">
              <a:buNone/>
              <a:defRPr sz="1477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41E980D-7CDF-EF41-A816-5A2F530E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10758101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E093169A-C943-0549-97A0-11436AA88045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97654" y="5499189"/>
            <a:ext cx="10515600" cy="575497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>
            <a:lvl1pPr>
              <a:lnSpc>
                <a:spcPct val="100000"/>
              </a:lnSpc>
              <a:defRPr sz="1477"/>
            </a:lvl1pPr>
            <a:lvl2pPr>
              <a:lnSpc>
                <a:spcPct val="100000"/>
              </a:lnSpc>
              <a:defRPr sz="1477"/>
            </a:lvl2pPr>
            <a:lvl3pPr>
              <a:lnSpc>
                <a:spcPct val="100000"/>
              </a:lnSpc>
              <a:defRPr sz="1477"/>
            </a:lvl3pPr>
            <a:lvl4pPr>
              <a:lnSpc>
                <a:spcPct val="100000"/>
              </a:lnSpc>
              <a:defRPr sz="1477"/>
            </a:lvl4pPr>
            <a:lvl5pPr>
              <a:lnSpc>
                <a:spcPct val="100000"/>
              </a:lnSpc>
              <a:defRPr sz="1477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692194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графиком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8D19D9C-46B9-684B-AFE4-1A997FF8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2702F70C-767B-814B-9003-CC06C74F90D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37393" y="365126"/>
            <a:ext cx="6210546" cy="5602287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747474924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таблицей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8D19D9C-46B9-684B-AFE4-1A997FF8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260DC356-4426-0C4B-8924-DF88B0B80D53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136662" y="365127"/>
            <a:ext cx="6211276" cy="5602287"/>
          </a:xfrm>
        </p:spPr>
        <p:txBody>
          <a:bodyPr/>
          <a:lstStyle/>
          <a:p>
            <a:endParaRPr lang="en-RU" dirty="0"/>
          </a:p>
        </p:txBody>
      </p:sp>
    </p:spTree>
    <p:extLst>
      <p:ext uri="{BB962C8B-B14F-4D97-AF65-F5344CB8AC3E}">
        <p14:creationId xmlns:p14="http://schemas.microsoft.com/office/powerpoint/2010/main" val="279754050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фотографией и описа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35930" y="365126"/>
            <a:ext cx="6172199" cy="5602432"/>
          </a:xfrm>
        </p:spPr>
        <p:txBody>
          <a:bodyPr>
            <a:normAutofit/>
          </a:bodyPr>
          <a:lstStyle>
            <a:lvl1pPr marL="0" indent="0">
              <a:buNone/>
              <a:defRPr sz="1477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2939BC-360F-BC45-BD49-E2E74EFB2E30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EDBF0FB-AF6E-A646-B020-9C847DA20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4" y="365126"/>
            <a:ext cx="4173639" cy="1107686"/>
          </a:xfrm>
        </p:spPr>
        <p:txBody>
          <a:bodyPr tIns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B9B27D7-FD93-9D4D-B5A6-A4898054F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653" y="1616221"/>
            <a:ext cx="4173639" cy="4351337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None/>
              <a:defRPr sz="1477"/>
            </a:lvl1pPr>
            <a:lvl2pPr marL="562722" indent="0">
              <a:buNone/>
              <a:defRPr sz="1723"/>
            </a:lvl2pPr>
            <a:lvl3pPr marL="1125444" indent="0">
              <a:buNone/>
              <a:defRPr sz="1477"/>
            </a:lvl3pPr>
            <a:lvl4pPr marL="1688165" indent="0">
              <a:buNone/>
              <a:defRPr sz="1231"/>
            </a:lvl4pPr>
            <a:lvl5pPr marL="2250887" indent="0">
              <a:buNone/>
              <a:defRPr sz="1231"/>
            </a:lvl5pPr>
            <a:lvl6pPr marL="2813609" indent="0">
              <a:buNone/>
              <a:defRPr sz="1231"/>
            </a:lvl6pPr>
            <a:lvl7pPr marL="3376331" indent="0">
              <a:buNone/>
              <a:defRPr sz="1231"/>
            </a:lvl7pPr>
            <a:lvl8pPr marL="3939052" indent="0">
              <a:buNone/>
              <a:defRPr sz="1231"/>
            </a:lvl8pPr>
            <a:lvl9pPr marL="4501774" indent="0">
              <a:buNone/>
              <a:defRPr sz="123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37603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ина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84157336-CF9C-874D-8AAD-6842008CD7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865620" y="6356351"/>
            <a:ext cx="911046" cy="365125"/>
          </a:xfrm>
        </p:spPr>
        <p:txBody>
          <a:bodyPr/>
          <a:lstStyle/>
          <a:p>
            <a:r>
              <a:rPr lang="ru-RU"/>
              <a:t>20.02.2024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7FDFB4-DCE1-2A42-AC24-19DE07028E71}"/>
              </a:ext>
            </a:extLst>
          </p:cNvPr>
          <p:cNvSpPr txBox="1"/>
          <p:nvPr userDrawn="1"/>
        </p:nvSpPr>
        <p:spPr>
          <a:xfrm>
            <a:off x="639709" y="2435193"/>
            <a:ext cx="8647930" cy="1910779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lvl="0"/>
            <a:r>
              <a:rPr lang="en-US" sz="1477" b="1" dirty="0">
                <a:latin typeface="+mn-lt"/>
              </a:rPr>
              <a:t>Sminex</a:t>
            </a:r>
          </a:p>
          <a:p>
            <a:pPr lvl="0"/>
            <a:r>
              <a:rPr lang="en-US" sz="1477" dirty="0">
                <a:latin typeface="+mn-lt"/>
              </a:rPr>
              <a:t>119017, </a:t>
            </a:r>
            <a:r>
              <a:rPr lang="ru-RU" sz="1477" dirty="0">
                <a:latin typeface="+mn-lt"/>
              </a:rPr>
              <a:t>Москва, </a:t>
            </a:r>
          </a:p>
          <a:p>
            <a:pPr lvl="0"/>
            <a:r>
              <a:rPr lang="ru-RU" sz="1477" dirty="0">
                <a:latin typeface="+mn-lt"/>
              </a:rPr>
              <a:t>Кадашёвская набережная, д. 6/1/2с1</a:t>
            </a:r>
            <a:endParaRPr lang="en-US" sz="1477" dirty="0">
              <a:latin typeface="+mn-lt"/>
            </a:endParaRPr>
          </a:p>
          <a:p>
            <a:pPr lvl="0"/>
            <a:r>
              <a:rPr lang="ru-RU" sz="1477" dirty="0">
                <a:latin typeface="+mn-lt"/>
              </a:rPr>
              <a:t>+ 7 495 6 444 000</a:t>
            </a:r>
          </a:p>
          <a:p>
            <a:pPr lvl="0"/>
            <a:r>
              <a:rPr lang="ru-RU" sz="1477" dirty="0">
                <a:latin typeface="+mn-lt"/>
              </a:rPr>
              <a:t>+ 7 495 6 444 001</a:t>
            </a:r>
          </a:p>
          <a:p>
            <a:pPr lvl="0"/>
            <a:endParaRPr lang="ru-RU" sz="1477" dirty="0">
              <a:latin typeface="+mn-lt"/>
            </a:endParaRPr>
          </a:p>
          <a:p>
            <a:pPr lvl="0"/>
            <a:r>
              <a:rPr lang="en-US" sz="1477" dirty="0">
                <a:latin typeface="+mn-lt"/>
              </a:rPr>
              <a:t>www.sminex.com</a:t>
            </a:r>
          </a:p>
          <a:p>
            <a:endParaRPr lang="en-RU" sz="1477" dirty="0">
              <a:latin typeface="+mn-lt"/>
            </a:endParaRPr>
          </a:p>
        </p:txBody>
      </p:sp>
      <p:sp>
        <p:nvSpPr>
          <p:cNvPr id="4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26368" y="6356351"/>
            <a:ext cx="3581578" cy="365125"/>
          </a:xfrm>
        </p:spPr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1645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ru-RU"/>
              <a:t>20.02.2024</a:t>
            </a:r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Еженедельный отчет за период с 13.02.2024 по 19.02.2024</a:t>
            </a: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6C634-F4AE-48CE-89BF-5D08109C610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4257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  <a:prstGeom prst="rect">
            <a:avLst/>
          </a:prstGeom>
        </p:spPr>
        <p:txBody>
          <a:bodyPr vert="horz" lIns="0" tIns="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654" y="1616220"/>
            <a:ext cx="10515600" cy="4351338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65620" y="6356351"/>
            <a:ext cx="91104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31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ru-RU"/>
              <a:t>20.02.2024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26368" y="6356351"/>
            <a:ext cx="358157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31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ru-RU"/>
              <a:t>Еженедельный отчет за период с 13.02.2024 по 19.02.2024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14768" y="354241"/>
            <a:ext cx="415332" cy="288017"/>
          </a:xfrm>
          <a:prstGeom prst="rect">
            <a:avLst/>
          </a:prstGeom>
        </p:spPr>
        <p:txBody>
          <a:bodyPr vert="horz" lIns="0" tIns="0" rIns="0" bIns="45720" rtlCol="0" anchor="t" anchorCtr="0"/>
          <a:lstStyle>
            <a:lvl1pPr algn="ctr">
              <a:defRPr sz="1108">
                <a:solidFill>
                  <a:schemeClr val="tx2"/>
                </a:solidFill>
                <a:latin typeface="+mn-lt"/>
              </a:defRPr>
            </a:lvl1pPr>
          </a:lstStyle>
          <a:p>
            <a:fld id="{062939BC-360F-BC45-BD49-E2E74EFB2E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19B11A-6423-DA40-8FC5-32D742BC63BD}"/>
              </a:ext>
            </a:extLst>
          </p:cNvPr>
          <p:cNvCxnSpPr>
            <a:cxnSpLocks/>
          </p:cNvCxnSpPr>
          <p:nvPr userDrawn="1"/>
        </p:nvCxnSpPr>
        <p:spPr>
          <a:xfrm>
            <a:off x="10745038" y="6426653"/>
            <a:ext cx="0" cy="240393"/>
          </a:xfrm>
          <a:prstGeom prst="line">
            <a:avLst/>
          </a:prstGeom>
          <a:ln w="15875">
            <a:solidFill>
              <a:schemeClr val="accent3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8523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94" r:id="rId2"/>
    <p:sldLayoutId id="2147483695" r:id="rId3"/>
    <p:sldLayoutId id="2147483696" r:id="rId4"/>
    <p:sldLayoutId id="2147483704" r:id="rId5"/>
    <p:sldLayoutId id="2147483706" r:id="rId6"/>
    <p:sldLayoutId id="2147483702" r:id="rId7"/>
    <p:sldLayoutId id="2147483700" r:id="rId8"/>
    <p:sldLayoutId id="2147483705" r:id="rId9"/>
    <p:sldLayoutId id="2147483701" r:id="rId10"/>
    <p:sldLayoutId id="2147483703" r:id="rId11"/>
  </p:sldLayoutIdLst>
  <p:hf hdr="0"/>
  <p:txStyles>
    <p:titleStyle>
      <a:lvl1pPr algn="l" defTabSz="1125444" rtl="0" eaLnBrk="1" latinLnBrk="0" hangingPunct="1">
        <a:lnSpc>
          <a:spcPct val="90000"/>
        </a:lnSpc>
        <a:spcBef>
          <a:spcPct val="0"/>
        </a:spcBef>
        <a:buNone/>
        <a:defRPr sz="2954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125444" rtl="0" eaLnBrk="1" latinLnBrk="0" hangingPunct="1">
        <a:lnSpc>
          <a:spcPct val="100000"/>
        </a:lnSpc>
        <a:spcBef>
          <a:spcPts val="123"/>
        </a:spcBef>
        <a:buFont typeface="Arial"/>
        <a:buNone/>
        <a:defRPr sz="1477" kern="1200">
          <a:solidFill>
            <a:schemeClr val="tx1"/>
          </a:solidFill>
          <a:latin typeface="+mn-lt"/>
          <a:ea typeface="+mn-ea"/>
          <a:cs typeface="+mn-cs"/>
        </a:defRPr>
      </a:lvl1pPr>
      <a:lvl2pPr marL="844083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2pPr>
      <a:lvl3pPr marL="1406804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3pPr>
      <a:lvl4pPr marL="1969526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4pPr>
      <a:lvl5pPr marL="2532248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5pPr>
      <a:lvl6pPr marL="3094970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  <a:prstGeom prst="rect">
            <a:avLst/>
          </a:prstGeom>
        </p:spPr>
        <p:txBody>
          <a:bodyPr vert="horz" lIns="0" tIns="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654" y="1616220"/>
            <a:ext cx="10515600" cy="4351338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65620" y="6356351"/>
            <a:ext cx="91104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31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ru-RU"/>
              <a:t>20.02.2024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26368" y="6356351"/>
            <a:ext cx="358157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31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ru-RU"/>
              <a:t>Еженедельный отчет за период с 13.02.2024 по 19.02.2024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14768" y="354241"/>
            <a:ext cx="415332" cy="288017"/>
          </a:xfrm>
          <a:prstGeom prst="rect">
            <a:avLst/>
          </a:prstGeom>
        </p:spPr>
        <p:txBody>
          <a:bodyPr vert="horz" lIns="0" tIns="0" rIns="0" bIns="45720" rtlCol="0" anchor="t" anchorCtr="0"/>
          <a:lstStyle>
            <a:lvl1pPr algn="ctr">
              <a:defRPr sz="1108">
                <a:solidFill>
                  <a:schemeClr val="tx2"/>
                </a:solidFill>
                <a:latin typeface="+mn-lt"/>
              </a:defRPr>
            </a:lvl1pPr>
          </a:lstStyle>
          <a:p>
            <a:fld id="{062939BC-360F-BC45-BD49-E2E74EFB2E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19B11A-6423-DA40-8FC5-32D742BC63BD}"/>
              </a:ext>
            </a:extLst>
          </p:cNvPr>
          <p:cNvCxnSpPr>
            <a:cxnSpLocks/>
          </p:cNvCxnSpPr>
          <p:nvPr userDrawn="1"/>
        </p:nvCxnSpPr>
        <p:spPr>
          <a:xfrm>
            <a:off x="10745038" y="6426653"/>
            <a:ext cx="0" cy="240393"/>
          </a:xfrm>
          <a:prstGeom prst="line">
            <a:avLst/>
          </a:prstGeom>
          <a:ln w="15875">
            <a:solidFill>
              <a:schemeClr val="accent3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04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hf hdr="0"/>
  <p:txStyles>
    <p:titleStyle>
      <a:lvl1pPr algn="l" defTabSz="1125444" rtl="0" eaLnBrk="1" latinLnBrk="0" hangingPunct="1">
        <a:lnSpc>
          <a:spcPct val="90000"/>
        </a:lnSpc>
        <a:spcBef>
          <a:spcPct val="0"/>
        </a:spcBef>
        <a:buNone/>
        <a:defRPr sz="2954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125444" rtl="0" eaLnBrk="1" latinLnBrk="0" hangingPunct="1">
        <a:lnSpc>
          <a:spcPct val="100000"/>
        </a:lnSpc>
        <a:spcBef>
          <a:spcPts val="123"/>
        </a:spcBef>
        <a:buFont typeface="Arial"/>
        <a:buNone/>
        <a:defRPr sz="1477" kern="1200">
          <a:solidFill>
            <a:schemeClr val="tx1"/>
          </a:solidFill>
          <a:latin typeface="+mn-lt"/>
          <a:ea typeface="+mn-ea"/>
          <a:cs typeface="+mn-cs"/>
        </a:defRPr>
      </a:lvl1pPr>
      <a:lvl2pPr marL="844083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2pPr>
      <a:lvl3pPr marL="1406804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3pPr>
      <a:lvl4pPr marL="1969526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4pPr>
      <a:lvl5pPr marL="2532248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5pPr>
      <a:lvl6pPr marL="3094970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  <a:prstGeom prst="rect">
            <a:avLst/>
          </a:prstGeom>
        </p:spPr>
        <p:txBody>
          <a:bodyPr vert="horz" lIns="0" tIns="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654" y="1616220"/>
            <a:ext cx="10515600" cy="4351338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65620" y="6356351"/>
            <a:ext cx="91104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31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ru-RU"/>
              <a:t>20.02.2024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26368" y="6356351"/>
            <a:ext cx="358157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31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ru-RU"/>
              <a:t>Еженедельный отчет за период с 13.02.2024 по 19.02.2024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14768" y="354241"/>
            <a:ext cx="415332" cy="288017"/>
          </a:xfrm>
          <a:prstGeom prst="rect">
            <a:avLst/>
          </a:prstGeom>
        </p:spPr>
        <p:txBody>
          <a:bodyPr vert="horz" lIns="0" tIns="0" rIns="0" bIns="45720" rtlCol="0" anchor="t" anchorCtr="0"/>
          <a:lstStyle>
            <a:lvl1pPr algn="ctr">
              <a:defRPr sz="1108">
                <a:solidFill>
                  <a:schemeClr val="tx2"/>
                </a:solidFill>
                <a:latin typeface="+mn-lt"/>
              </a:defRPr>
            </a:lvl1pPr>
          </a:lstStyle>
          <a:p>
            <a:fld id="{062939BC-360F-BC45-BD49-E2E74EFB2E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19B11A-6423-DA40-8FC5-32D742BC63BD}"/>
              </a:ext>
            </a:extLst>
          </p:cNvPr>
          <p:cNvCxnSpPr>
            <a:cxnSpLocks/>
          </p:cNvCxnSpPr>
          <p:nvPr userDrawn="1"/>
        </p:nvCxnSpPr>
        <p:spPr>
          <a:xfrm>
            <a:off x="10745038" y="6426653"/>
            <a:ext cx="0" cy="240393"/>
          </a:xfrm>
          <a:prstGeom prst="line">
            <a:avLst/>
          </a:prstGeom>
          <a:ln w="15875">
            <a:solidFill>
              <a:schemeClr val="accent3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60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</p:sldLayoutIdLst>
  <p:hf hdr="0"/>
  <p:txStyles>
    <p:titleStyle>
      <a:lvl1pPr algn="l" defTabSz="1125444" rtl="0" eaLnBrk="1" latinLnBrk="0" hangingPunct="1">
        <a:lnSpc>
          <a:spcPct val="90000"/>
        </a:lnSpc>
        <a:spcBef>
          <a:spcPct val="0"/>
        </a:spcBef>
        <a:buNone/>
        <a:defRPr sz="2954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125444" rtl="0" eaLnBrk="1" latinLnBrk="0" hangingPunct="1">
        <a:lnSpc>
          <a:spcPct val="100000"/>
        </a:lnSpc>
        <a:spcBef>
          <a:spcPts val="123"/>
        </a:spcBef>
        <a:buFont typeface="Arial"/>
        <a:buNone/>
        <a:defRPr sz="1477" kern="1200">
          <a:solidFill>
            <a:schemeClr val="tx1"/>
          </a:solidFill>
          <a:latin typeface="+mn-lt"/>
          <a:ea typeface="+mn-ea"/>
          <a:cs typeface="+mn-cs"/>
        </a:defRPr>
      </a:lvl1pPr>
      <a:lvl2pPr marL="844083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2pPr>
      <a:lvl3pPr marL="1406804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3pPr>
      <a:lvl4pPr marL="1969526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4pPr>
      <a:lvl5pPr marL="2532248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5pPr>
      <a:lvl6pPr marL="3094970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  <a:prstGeom prst="rect">
            <a:avLst/>
          </a:prstGeom>
        </p:spPr>
        <p:txBody>
          <a:bodyPr vert="horz" lIns="0" tIns="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654" y="1616220"/>
            <a:ext cx="10515600" cy="4351338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65620" y="6356351"/>
            <a:ext cx="91104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31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ru-RU"/>
              <a:t>20.02.2024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26368" y="6356351"/>
            <a:ext cx="358157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31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ru-RU"/>
              <a:t>Еженедельный отчет за период с 13.02.2024 по 19.02.2024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14768" y="354241"/>
            <a:ext cx="415332" cy="288017"/>
          </a:xfrm>
          <a:prstGeom prst="rect">
            <a:avLst/>
          </a:prstGeom>
        </p:spPr>
        <p:txBody>
          <a:bodyPr vert="horz" lIns="0" tIns="0" rIns="0" bIns="45720" rtlCol="0" anchor="t" anchorCtr="0"/>
          <a:lstStyle>
            <a:lvl1pPr algn="ctr">
              <a:defRPr sz="1108">
                <a:solidFill>
                  <a:schemeClr val="tx2"/>
                </a:solidFill>
                <a:latin typeface="+mn-lt"/>
              </a:defRPr>
            </a:lvl1pPr>
          </a:lstStyle>
          <a:p>
            <a:fld id="{062939BC-360F-BC45-BD49-E2E74EFB2E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19B11A-6423-DA40-8FC5-32D742BC63BD}"/>
              </a:ext>
            </a:extLst>
          </p:cNvPr>
          <p:cNvCxnSpPr>
            <a:cxnSpLocks/>
          </p:cNvCxnSpPr>
          <p:nvPr userDrawn="1"/>
        </p:nvCxnSpPr>
        <p:spPr>
          <a:xfrm>
            <a:off x="10745038" y="6426653"/>
            <a:ext cx="0" cy="240393"/>
          </a:xfrm>
          <a:prstGeom prst="line">
            <a:avLst/>
          </a:prstGeom>
          <a:ln w="15875">
            <a:solidFill>
              <a:schemeClr val="accent3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291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hdr="0"/>
  <p:txStyles>
    <p:titleStyle>
      <a:lvl1pPr algn="l" defTabSz="1125444" rtl="0" eaLnBrk="1" latinLnBrk="0" hangingPunct="1">
        <a:lnSpc>
          <a:spcPct val="90000"/>
        </a:lnSpc>
        <a:spcBef>
          <a:spcPct val="0"/>
        </a:spcBef>
        <a:buNone/>
        <a:defRPr sz="2954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125444" rtl="0" eaLnBrk="1" latinLnBrk="0" hangingPunct="1">
        <a:lnSpc>
          <a:spcPct val="100000"/>
        </a:lnSpc>
        <a:spcBef>
          <a:spcPts val="123"/>
        </a:spcBef>
        <a:buFont typeface="Arial"/>
        <a:buNone/>
        <a:defRPr sz="1477" kern="1200">
          <a:solidFill>
            <a:schemeClr val="tx1"/>
          </a:solidFill>
          <a:latin typeface="+mn-lt"/>
          <a:ea typeface="+mn-ea"/>
          <a:cs typeface="+mn-cs"/>
        </a:defRPr>
      </a:lvl1pPr>
      <a:lvl2pPr marL="844083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2pPr>
      <a:lvl3pPr marL="1406804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3pPr>
      <a:lvl4pPr marL="1969526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4pPr>
      <a:lvl5pPr marL="2532248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5pPr>
      <a:lvl6pPr marL="3094970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7654" y="365126"/>
            <a:ext cx="10515600" cy="1107686"/>
          </a:xfrm>
          <a:prstGeom prst="rect">
            <a:avLst/>
          </a:prstGeom>
        </p:spPr>
        <p:txBody>
          <a:bodyPr vert="horz" lIns="0" tIns="0" rIns="91440" bIns="4572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654" y="1616220"/>
            <a:ext cx="10515600" cy="4351338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865620" y="6356351"/>
            <a:ext cx="911046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31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ru-RU"/>
              <a:t>20.02.2024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26368" y="6356351"/>
            <a:ext cx="3581578" cy="365125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31">
                <a:solidFill>
                  <a:schemeClr val="accent3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ru-RU"/>
              <a:t>Еженедельный отчет за период с 13.02.2024 по 19.02.2024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14768" y="354241"/>
            <a:ext cx="415332" cy="288017"/>
          </a:xfrm>
          <a:prstGeom prst="rect">
            <a:avLst/>
          </a:prstGeom>
        </p:spPr>
        <p:txBody>
          <a:bodyPr vert="horz" lIns="0" tIns="0" rIns="0" bIns="45720" rtlCol="0" anchor="t" anchorCtr="0"/>
          <a:lstStyle>
            <a:lvl1pPr algn="ctr">
              <a:defRPr sz="1108">
                <a:solidFill>
                  <a:schemeClr val="tx2"/>
                </a:solidFill>
                <a:latin typeface="+mn-lt"/>
              </a:defRPr>
            </a:lvl1pPr>
          </a:lstStyle>
          <a:p>
            <a:fld id="{062939BC-360F-BC45-BD49-E2E74EFB2E3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19B11A-6423-DA40-8FC5-32D742BC63BD}"/>
              </a:ext>
            </a:extLst>
          </p:cNvPr>
          <p:cNvCxnSpPr>
            <a:cxnSpLocks/>
          </p:cNvCxnSpPr>
          <p:nvPr userDrawn="1"/>
        </p:nvCxnSpPr>
        <p:spPr>
          <a:xfrm>
            <a:off x="10745038" y="6426653"/>
            <a:ext cx="0" cy="240393"/>
          </a:xfrm>
          <a:prstGeom prst="line">
            <a:avLst/>
          </a:prstGeom>
          <a:ln w="15875">
            <a:solidFill>
              <a:schemeClr val="accent3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1565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</p:sldLayoutIdLst>
  <p:hf hdr="0"/>
  <p:txStyles>
    <p:titleStyle>
      <a:lvl1pPr algn="l" defTabSz="1125444" rtl="0" eaLnBrk="1" latinLnBrk="0" hangingPunct="1">
        <a:lnSpc>
          <a:spcPct val="90000"/>
        </a:lnSpc>
        <a:spcBef>
          <a:spcPct val="0"/>
        </a:spcBef>
        <a:buNone/>
        <a:defRPr sz="2954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125444" rtl="0" eaLnBrk="1" latinLnBrk="0" hangingPunct="1">
        <a:lnSpc>
          <a:spcPct val="100000"/>
        </a:lnSpc>
        <a:spcBef>
          <a:spcPts val="123"/>
        </a:spcBef>
        <a:buFont typeface="Arial"/>
        <a:buNone/>
        <a:defRPr sz="1477" kern="1200">
          <a:solidFill>
            <a:schemeClr val="tx1"/>
          </a:solidFill>
          <a:latin typeface="+mn-lt"/>
          <a:ea typeface="+mn-ea"/>
          <a:cs typeface="+mn-cs"/>
        </a:defRPr>
      </a:lvl1pPr>
      <a:lvl2pPr marL="844083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2pPr>
      <a:lvl3pPr marL="1406804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3pPr>
      <a:lvl4pPr marL="1969526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4pPr>
      <a:lvl5pPr marL="2532248" indent="-281361" algn="l" defTabSz="1125444" rtl="0" eaLnBrk="1" latinLnBrk="0" hangingPunct="1">
        <a:lnSpc>
          <a:spcPct val="100000"/>
        </a:lnSpc>
        <a:spcBef>
          <a:spcPts val="123"/>
        </a:spcBef>
        <a:buFont typeface="Arial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5pPr>
      <a:lvl6pPr marL="3094970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lnSpc>
          <a:spcPct val="90000"/>
        </a:lnSpc>
        <a:spcBef>
          <a:spcPts val="615"/>
        </a:spcBef>
        <a:buFont typeface="Arial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Прямоугольник 168"/>
          <p:cNvSpPr/>
          <p:nvPr/>
        </p:nvSpPr>
        <p:spPr>
          <a:xfrm>
            <a:off x="0" y="111680"/>
            <a:ext cx="11887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u="sng" dirty="0">
                <a:latin typeface="+mj-lt"/>
              </a:rPr>
              <a:t>Фундаменты борные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6C634-F4AE-48CE-89BF-5D08109C6100}" type="slidenum">
              <a:rPr lang="ru-RU" smtClean="0"/>
              <a:t>1</a:t>
            </a:fld>
            <a:endParaRPr lang="ru-RU" dirty="0"/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461458"/>
              </p:ext>
            </p:extLst>
          </p:nvPr>
        </p:nvGraphicFramePr>
        <p:xfrm>
          <a:off x="3961951" y="1057146"/>
          <a:ext cx="7700962" cy="1252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667800" imgH="1590528" progId="Excel.Sheet.12">
                  <p:embed/>
                </p:oleObj>
              </mc:Choice>
              <mc:Fallback>
                <p:oleObj name="Worksheet" r:id="rId2" imgW="9667800" imgH="1590528" progId="Excel.Sheet.12">
                  <p:embed/>
                  <p:pic>
                    <p:nvPicPr>
                      <p:cNvPr id="11" name="Объект 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61951" y="1057146"/>
                        <a:ext cx="7700962" cy="12525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7375C86-808D-A1B0-3F5F-A8C995C5CC02}"/>
              </a:ext>
            </a:extLst>
          </p:cNvPr>
          <p:cNvSpPr txBox="1"/>
          <p:nvPr/>
        </p:nvSpPr>
        <p:spPr>
          <a:xfrm>
            <a:off x="1860467" y="6201325"/>
            <a:ext cx="61168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/>
              <a:t>Ленинский</a:t>
            </a:r>
          </a:p>
          <a:p>
            <a:r>
              <a:rPr lang="ru-RU" dirty="0"/>
              <a:t>0feb8a44-a0f4-11ef-af7f-0050560219d5</a:t>
            </a:r>
          </a:p>
        </p:txBody>
      </p:sp>
    </p:spTree>
    <p:extLst>
      <p:ext uri="{BB962C8B-B14F-4D97-AF65-F5344CB8AC3E}">
        <p14:creationId xmlns:p14="http://schemas.microsoft.com/office/powerpoint/2010/main" val="23676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Прямоугольник 168"/>
          <p:cNvSpPr/>
          <p:nvPr/>
        </p:nvSpPr>
        <p:spPr>
          <a:xfrm>
            <a:off x="0" y="111680"/>
            <a:ext cx="11887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u="sng" dirty="0">
                <a:latin typeface="+mj-lt"/>
              </a:rPr>
              <a:t>Устройство монолитной железобетонной плиты под технические помещения (в </a:t>
            </a:r>
            <a:r>
              <a:rPr lang="ru-RU" u="sng" dirty="0" err="1">
                <a:latin typeface="+mj-lt"/>
              </a:rPr>
              <a:t>тч</a:t>
            </a:r>
            <a:r>
              <a:rPr lang="ru-RU" u="sng" dirty="0">
                <a:latin typeface="+mj-lt"/>
              </a:rPr>
              <a:t> земляные работы, основание песок, щебень, гидроизоляция)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6C634-F4AE-48CE-89BF-5D08109C6100}" type="slidenum">
              <a:rPr lang="ru-RU" smtClean="0"/>
              <a:t>2</a:t>
            </a:fld>
            <a:endParaRPr lang="ru-RU" dirty="0"/>
          </a:p>
        </p:txBody>
      </p:sp>
      <p:graphicFrame>
        <p:nvGraphicFramePr>
          <p:cNvPr id="11" name="Объект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1602446"/>
              </p:ext>
            </p:extLst>
          </p:nvPr>
        </p:nvGraphicFramePr>
        <p:xfrm>
          <a:off x="3929063" y="1501775"/>
          <a:ext cx="7721600" cy="137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058400" imgH="1466797" progId="Excel.Sheet.12">
                  <p:embed/>
                </p:oleObj>
              </mc:Choice>
              <mc:Fallback>
                <p:oleObj name="Worksheet" r:id="rId2" imgW="10058400" imgH="1466797" progId="Excel.Sheet.12">
                  <p:embed/>
                  <p:pic>
                    <p:nvPicPr>
                      <p:cNvPr id="11" name="Объект 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929063" y="1501775"/>
                        <a:ext cx="7721600" cy="13700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452186D-99C6-1519-DE9D-28BB483887AD}"/>
              </a:ext>
            </a:extLst>
          </p:cNvPr>
          <p:cNvSpPr/>
          <p:nvPr/>
        </p:nvSpPr>
        <p:spPr>
          <a:xfrm>
            <a:off x="1607420" y="6211669"/>
            <a:ext cx="38773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200" u="sng" dirty="0">
                <a:latin typeface="+mj-lt"/>
              </a:rPr>
              <a:t>ID </a:t>
            </a:r>
            <a:r>
              <a:rPr lang="ru-RU" sz="1200" u="sng" dirty="0">
                <a:latin typeface="+mj-lt"/>
              </a:rPr>
              <a:t>проекта</a:t>
            </a:r>
          </a:p>
          <a:p>
            <a:pPr algn="ctr"/>
            <a:r>
              <a:rPr lang="ru-RU" sz="1200" u="sng" dirty="0">
                <a:latin typeface="+mj-lt"/>
              </a:rPr>
              <a:t>0</a:t>
            </a:r>
            <a:r>
              <a:rPr lang="en-US" sz="1200" u="sng" dirty="0">
                <a:latin typeface="+mj-lt"/>
              </a:rPr>
              <a:t>feb8a44-a0f4-11ef-af7f-0050560219d5</a:t>
            </a:r>
            <a:endParaRPr lang="ru-RU" sz="1200" u="sng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3979040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Design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Design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Custom Design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df393d6a-027d-4b85-9465-b39ea6060e59">SMXPR-1244879861-897354</_dlc_DocId>
    <_dlc_DocIdUrl xmlns="df393d6a-027d-4b85-9465-b39ea6060e59">
      <Url>http://portalnew/projects/Project246/_layouts/15/DocIdRedir.aspx?ID=SMXPR-1244879861-897354</Url>
      <Description>SMXPR-1244879861-897354</Description>
    </_dlc_DocIdUrl>
    <IconOverlay xmlns="http://schemas.microsoft.com/sharepoint/v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82E0B939288CDF4AB9C5E5D0073B35B8" ma:contentTypeVersion="3" ma:contentTypeDescription="Создание документа." ma:contentTypeScope="" ma:versionID="a97926c72ac396286d2ba3ee0a303ae9">
  <xsd:schema xmlns:xsd="http://www.w3.org/2001/XMLSchema" xmlns:xs="http://www.w3.org/2001/XMLSchema" xmlns:p="http://schemas.microsoft.com/office/2006/metadata/properties" xmlns:ns2="df393d6a-027d-4b85-9465-b39ea6060e59" xmlns:ns3="865e1ac6-6012-4351-bed6-a7036f770616" xmlns:ns4="http://schemas.microsoft.com/sharepoint/v4" targetNamespace="http://schemas.microsoft.com/office/2006/metadata/properties" ma:root="true" ma:fieldsID="c9b080d5e09e826a4bcea42bbd3d8a86" ns2:_="" ns3:_="" ns4:_="">
    <xsd:import namespace="df393d6a-027d-4b85-9465-b39ea6060e59"/>
    <xsd:import namespace="865e1ac6-6012-4351-bed6-a7036f770616"/>
    <xsd:import namespace="http://schemas.microsoft.com/sharepoint/v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SharedWithUsers" minOccurs="0"/>
                <xsd:element ref="ns3:SharedWithDetails" minOccurs="0"/>
                <xsd:element ref="ns4:IconOverla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93d6a-027d-4b85-9465-b39ea6060e5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Значение идентификатора документа" ma:description="Значение идентификатора документа, присвоенного данному элементу." ma:internalName="_dlc_DocId" ma:readOnly="true">
      <xsd:simpleType>
        <xsd:restriction base="dms:Text"/>
      </xsd:simpleType>
    </xsd:element>
    <xsd:element name="_dlc_DocIdUrl" ma:index="9" nillable="true" ma:displayName="Идентификатор документа" ma:description="Постоянная ссылка на этот документ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Сохранить идентификатор" ma:description="Сохранять идентификатор при добавлении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5e1ac6-6012-4351-bed6-a7036f77061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3" nillable="true" ma:displayName="IconOverlay" ma:hidden="true" ma:internalName="IconOverlay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B3156A-94DC-4D63-9CC6-5C14A3D16F43}">
  <ds:schemaRefs>
    <ds:schemaRef ds:uri="http://schemas.microsoft.com/office/2006/documentManagement/types"/>
    <ds:schemaRef ds:uri="http://schemas.microsoft.com/office/infopath/2007/PartnerControls"/>
    <ds:schemaRef ds:uri="df393d6a-027d-4b85-9465-b39ea6060e59"/>
    <ds:schemaRef ds:uri="http://schemas.openxmlformats.org/package/2006/metadata/core-properties"/>
    <ds:schemaRef ds:uri="http://purl.org/dc/terms/"/>
    <ds:schemaRef ds:uri="865e1ac6-6012-4351-bed6-a7036f770616"/>
    <ds:schemaRef ds:uri="http://schemas.microsoft.com/office/2006/metadata/properties"/>
    <ds:schemaRef ds:uri="http://purl.org/dc/elements/1.1/"/>
    <ds:schemaRef ds:uri="http://schemas.microsoft.com/sharepoint/v4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8F474E58-62EF-4048-9F4F-CB33B043221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393d6a-027d-4b85-9465-b39ea6060e59"/>
    <ds:schemaRef ds:uri="865e1ac6-6012-4351-bed6-a7036f770616"/>
    <ds:schemaRef ds:uri="http://schemas.microsoft.com/sharepoint/v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9CA4ECC-685A-48E2-B96A-03477EE6BF26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315CABA1-5428-4C4D-AB92-3803E98049B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96542</TotalTime>
  <Words>30</Words>
  <Application>Microsoft Office PowerPoint</Application>
  <PresentationFormat>Широкоэкранный</PresentationFormat>
  <Paragraphs>8</Paragraphs>
  <Slides>2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5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2</vt:i4>
      </vt:variant>
    </vt:vector>
  </HeadingPairs>
  <TitlesOfParts>
    <vt:vector size="12" baseType="lpstr">
      <vt:lpstr>Arial</vt:lpstr>
      <vt:lpstr>Calibri</vt:lpstr>
      <vt:lpstr>Verdana</vt:lpstr>
      <vt:lpstr>Custom Design</vt:lpstr>
      <vt:lpstr>Custom Design</vt:lpstr>
      <vt:lpstr>Custom Design</vt:lpstr>
      <vt:lpstr>Custom Design</vt:lpstr>
      <vt:lpstr>Custom Design</vt:lpstr>
      <vt:lpstr>Worksheet</vt:lpstr>
      <vt:lpstr>Лист Microsoft Excel</vt:lpstr>
      <vt:lpstr>Презентация PowerPoint</vt:lpstr>
      <vt:lpstr>Презентация PowerPoint</vt:lpstr>
    </vt:vector>
  </TitlesOfParts>
  <Company>SMINEX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fomin</dc:creator>
  <cp:lastModifiedBy>Янчуркин Алексей Михайлович</cp:lastModifiedBy>
  <cp:revision>4116</cp:revision>
  <cp:lastPrinted>2023-08-14T07:33:53Z</cp:lastPrinted>
  <dcterms:created xsi:type="dcterms:W3CDTF">2011-08-22T15:01:01Z</dcterms:created>
  <dcterms:modified xsi:type="dcterms:W3CDTF">2026-07-24T07:57:17Z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0x01010082E0B939288CDF4AB9C5E5D0073B35B8</vt:lpwstr>
  </property>
  <property fmtid="{D5CDD505-2E9C-101B-9397-08002B2CF9AE}" pid="3" name="_dlc_DocIdItemGuid">
    <vt:lpwstr>6b09494f-4469-4dd5-8a69-4f918c558200</vt:lpwstr>
  </property>
</Properties>
</file>